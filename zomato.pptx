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3A15-86ED-7769-5CE5-1EE8BFD60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576E7-3692-5AF1-7409-2A22C4079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BEB78-D4FC-5123-8BAC-4AD417493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3A33A-D155-8188-460B-10AC75AC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F2315-9B93-D320-0795-60543A47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397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E70C-A794-222F-1037-F14F4FAA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2A91A-DCFD-7EDF-7160-C35A70235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FB9A7-E5EE-85F8-1CE1-627260F3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1810A-E8A2-7D42-B2C1-7C0C2CE3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8485F-D9FA-335F-13EC-A26253641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426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26CF-2148-74B2-6215-A9F7533D3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BC99F-A931-015E-274F-45AC0018A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CA289-8E9B-B5EB-9A36-EA6F0CDA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FD3FA-59D0-016E-BA82-1DACF3961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98150-1DA8-6D39-0833-784102389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82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395E-4C19-CEDC-4E3C-1307E2F7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D7CCC-F904-F1E1-E75B-CCBEA9539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63253-16E0-2EB5-274F-DEAE14F42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0C198-FB5E-B95A-059E-F56B3C52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FE379-49DF-DD87-B32C-4723B7E2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BEE45-CDAA-F864-7E80-CE30A8C2D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04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FB48-DA98-1C2B-F91E-24A71885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66E64-AD5F-4F23-34AC-45B1B8228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A36BE-481D-8C70-F38F-1A7408C51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A0520-07FC-E800-ABF4-D74EFB0B9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A58CF-D9D7-FE21-ADCC-AD12EF24A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659718-6061-0EC2-1946-178B4679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E9E0BD-BE6E-8C75-0F40-4A7B32FA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8E6FE4-927A-D7AC-A063-65E061509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103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9C0F-7120-C13E-157E-E3B39670C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9052D-CEAC-3550-99FA-040B9445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A55D3-BF1F-6905-43AB-A16031D1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AC57E0-9A7B-59DA-D7B3-A112F9102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7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A8F37C-60CE-09B6-EB5B-D3558BCF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46A52-31B6-ADDC-AF00-7321CAD77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BA84A-B960-1D47-7AB3-3AA4724C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68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897A-7F89-17BA-191C-2F1672BC8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30ED6-246D-F68F-2B48-C854B8F85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F0336-6E02-EEF3-C7F3-3FB73A6B7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C8FA0-E270-6B41-8CA3-8C370D13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55D31-2B02-BCE9-43E4-39BCBC40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F2AF9-76FF-57DC-8E66-3F1DA02E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3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E5CA-38F6-CA59-6826-8F54303C3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013D39-B2FE-FD6D-EC76-2873C2BB3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8BA0B-050A-2DE3-77F2-F05C7693D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134D9-3B0C-7D50-712A-F2A6F604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52212-6B70-4CE0-7274-BAE64BFD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C0A01-DD53-505C-E078-96993AC4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926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3E10-439C-E250-BB51-F318B262A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B6520-0F23-1E39-E643-F6256953C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A3C64-D4C2-0EE5-1BA3-50763D32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BE48C-24C9-E77A-DB91-41D02C589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5E46-DD01-EC58-46C7-B3FA99D9B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D5FF7-BC58-F062-5183-1A97AC272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12F7D-2272-EEC5-5D81-7E00EEECE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4826A-9836-CBF3-B192-67022A81A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6A5A1-AF06-AA8A-7907-2C55C101B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EEE6-0D80-53DB-8315-DDD0158B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62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FE149A-733B-60DF-E146-696131C9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0DE84-3571-CC59-70A1-A5047C66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0DA79-2E4B-32BA-6B3F-46B723682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4F028-C98A-492F-AEE8-FD86AE4951E4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D8F68-FF8B-E03B-8AB5-85312047C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28CBF-B581-334B-EF70-95591D10F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A2892-EB20-4FA8-9326-CB091C8A5D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11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6852-ECEC-22DF-8C7F-4B9A3A0F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127819"/>
            <a:ext cx="10931013" cy="963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Analysis Project using Python</a:t>
            </a:r>
            <a:br>
              <a:rPr lang="en-US" dirty="0"/>
            </a:br>
            <a:r>
              <a:rPr lang="en-US" dirty="0"/>
              <a:t>ZOMATO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47D5D-3C5E-68CA-206F-673404DC7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511"/>
            <a:ext cx="10515600" cy="45916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Zomato has an average of 17.5 million monthly</a:t>
            </a:r>
          </a:p>
          <a:p>
            <a:r>
              <a:rPr lang="en-US" dirty="0"/>
              <a:t>transacting customers for its food delivery business .</a:t>
            </a:r>
          </a:p>
          <a:p>
            <a:r>
              <a:rPr lang="en-US" dirty="0"/>
              <a:t>average monthly active food delivery restaurant</a:t>
            </a:r>
          </a:p>
          <a:p>
            <a:r>
              <a:rPr lang="en-US" dirty="0"/>
              <a:t>partners on Zomato's platform have also increased by</a:t>
            </a:r>
          </a:p>
          <a:p>
            <a:r>
              <a:rPr lang="en-US" dirty="0"/>
              <a:t>8.7% year-on-year, from 208,000 to 226,000.You are</a:t>
            </a:r>
          </a:p>
          <a:p>
            <a:r>
              <a:rPr lang="en-US" dirty="0"/>
              <a:t>working in a data-driven role at Zomato. You have a</a:t>
            </a:r>
          </a:p>
          <a:p>
            <a:r>
              <a:rPr lang="en-US" dirty="0"/>
              <a:t>dataset of customers. As a data professional, you</a:t>
            </a:r>
          </a:p>
          <a:p>
            <a:r>
              <a:rPr lang="en-US" dirty="0"/>
              <a:t>need to analyze the data, perform EDA (Exploratory</a:t>
            </a:r>
          </a:p>
          <a:p>
            <a:r>
              <a:rPr lang="en-US" dirty="0"/>
              <a:t>Data Analysis) and visualization, and answer the</a:t>
            </a:r>
          </a:p>
          <a:p>
            <a:r>
              <a:rPr lang="en-US" dirty="0"/>
              <a:t>following questions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1943A-F035-C376-9623-B541513BB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656" y="1553495"/>
            <a:ext cx="3461934" cy="258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23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1336-1A82-400A-0BD2-C828A870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Project using Python</a:t>
            </a:r>
            <a:br>
              <a:rPr lang="en-US" dirty="0"/>
            </a:br>
            <a:r>
              <a:rPr lang="en-US" dirty="0"/>
              <a:t>                   ZOMATO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C850C9-9D3C-312B-21A1-07ABF33215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102" y="1943612"/>
            <a:ext cx="8649175" cy="4351338"/>
          </a:xfrm>
        </p:spPr>
      </p:pic>
    </p:spTree>
    <p:extLst>
      <p:ext uri="{BB962C8B-B14F-4D97-AF65-F5344CB8AC3E}">
        <p14:creationId xmlns:p14="http://schemas.microsoft.com/office/powerpoint/2010/main" val="37381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95D6F-91E5-2354-375D-D7B7F5884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 Project using Python</a:t>
            </a:r>
            <a:br>
              <a:rPr lang="en-US" dirty="0"/>
            </a:br>
            <a:r>
              <a:rPr lang="en-US" dirty="0"/>
              <a:t>                   ZOMATO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BFAFC-6241-A8FF-650F-FEA310A17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1) What type of restaurant do the majority of customers order from?</a:t>
            </a:r>
          </a:p>
          <a:p>
            <a:r>
              <a:rPr lang="en-US" dirty="0"/>
              <a:t>2 How many votes has each type of restaurant received from customers?</a:t>
            </a:r>
          </a:p>
          <a:p>
            <a:r>
              <a:rPr lang="en-US" dirty="0"/>
              <a:t>3) What are the ratings that the majority of restaurants have received?</a:t>
            </a:r>
          </a:p>
          <a:p>
            <a:r>
              <a:rPr lang="en-US" dirty="0"/>
              <a:t>4)Zomato has observed that most couples order most of their food online. What is their average spending o</a:t>
            </a:r>
          </a:p>
          <a:p>
            <a:r>
              <a:rPr lang="en-US" dirty="0"/>
              <a:t>average spending on each order?</a:t>
            </a:r>
          </a:p>
          <a:p>
            <a:r>
              <a:rPr lang="en-US" dirty="0"/>
              <a:t>5) Which mode (online or offline) has received the maximum rating?</a:t>
            </a:r>
          </a:p>
          <a:p>
            <a:r>
              <a:rPr lang="en-US" dirty="0"/>
              <a:t>6) Which type of restaurant received more offline orders, so that Zomato can provide those customers with some good offers?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206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212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Data Analysis Project using Python ZOMATO</vt:lpstr>
      <vt:lpstr>Data Analysis Project using Python                    ZOMATO</vt:lpstr>
      <vt:lpstr>Data Analysis Project using Python                    ZOMATO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SHWETA SINALKAR</dc:creator>
  <cp:lastModifiedBy>SHWETA SINALKAR</cp:lastModifiedBy>
  <cp:revision>4</cp:revision>
  <dcterms:created xsi:type="dcterms:W3CDTF">2026-01-19T04:20:26Z</dcterms:created>
  <dcterms:modified xsi:type="dcterms:W3CDTF">2026-01-19T04:29:51Z</dcterms:modified>
</cp:coreProperties>
</file>